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85760-4458-F73C-CEE7-CD1B2240B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0F906D-C1E6-0AA5-F797-C58328ABD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192325-0277-1339-64BA-F7A89690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68ADB-DE96-AA66-E2C2-79C063F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6B2B1F-E1B0-9F56-5429-FBF5CF4E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95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2D961-0055-83DB-FB69-3C1744D5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3BA69F-4188-CA3E-94AD-D663CDC6C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258E0-B71E-EBEF-2781-9AA4B49F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739AAE-D7B4-272C-103E-B0CF3F74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85F17F-0A9D-8A68-B31A-6F6F0842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401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78426D-E5E3-5F98-5D87-B8FBA8F6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8085E2-960E-32B7-1589-2BA3DA7A8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F56E7E-1847-B5F3-2DBD-DF3354587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09A678-6D2E-D49C-0C39-654BF3992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66976D-96A3-8410-7D42-8A6CA84A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16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83948-AE55-A80B-B683-697468F4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32F738-EF7D-EAD2-6164-55475D722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A472F9-05D0-01F5-5A4F-451617947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46BDD7-083D-9F40-B43C-6FB19D4B3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3AA864-0441-0017-9A2A-C03EB9EF0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F4F25F-C178-0B91-BED2-5D3D2CED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99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D5049-C800-D5F7-4BC4-41E84CFC2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B08E1F-AC15-91BF-A3F2-CE88C7C55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C7C0E6-D554-3803-6239-FD4BCF858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380D738-EF2B-AD9C-0DA8-4DEDBC642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F07720A-4B35-AA64-6042-C244F8C53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245F38-9DB6-E906-3689-FB7E1B4F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18AC63-A27F-3552-C233-68C1E9489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9690B3-045B-DC9A-71DE-DBF6E92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94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8AF20-227D-C902-BC2D-F9F47CAE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4282C4-877B-1D71-EAEE-F039F0FD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FCAAA9-3A47-FDDE-D918-33B891B0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AC84B1-89C6-421A-8140-F7365013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693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9315AA7-682E-9157-9A32-194C0E61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901D1F-FD96-9FF4-F5E9-9E50D20A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EEF55-54EA-2404-3373-3CE6773D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773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E1CED-5ECF-C5B9-D81B-03C22EBA9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1F3560-711E-1EC1-2BFD-191D106F1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70BF94-43CD-2ADD-0B58-5355B7C84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6CCF2B-9558-731B-2247-09E8B0A4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E5363B-7E6B-AA02-71A2-8D048CFE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55602D-F15D-1A92-73E5-6EAEDC57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82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10F04-B795-8B24-1A44-02C1A866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AC7798-E269-916F-DF81-3FB98EFEA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4D4A4-B348-DC80-0403-4FEBCF936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C53421-52CC-1FBF-C33D-89D979D8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0B601E-577C-3A79-9242-BAC9F6DA5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ED04A2-EDD9-11B3-C664-70BA3E56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325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08D5B-69F5-C2C8-83BE-FE8AA6B8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FA0B28-2133-4193-3C13-4729145FA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8DD5C7-E2CE-D1C9-A705-C9C31FBD3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E1802D-E076-ECC9-41A8-87DEC73C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72BFD-23B3-71AC-FF5F-F49E9F37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65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AFA979E-0490-720D-8DED-F234408E5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CC24C4-F605-D495-575B-1E8EAF21E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014E3-23F9-B1EE-0F44-01B1C27F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E2F80-C8A1-4972-BD3D-589E3E4E266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4C71BC-18C2-ABDA-2CE7-99DD3C8B9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F22823-19D1-7372-B108-A3393A69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895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2468E4-D0E8-45A8-2309-A3D001A10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BE9002-1C83-0BBA-FFB6-CD8D021B9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A4A487-0272-29FD-F867-8CEE31790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E2F80-C8A1-4972-BD3D-589E3E4E266D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AD89BD-6A41-55F4-6828-FAC28D580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128B13-DF95-31C5-4771-CB31125F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6B7B5-7CC0-4AFB-9F6D-E82DD818CD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93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7B480-CB9C-904A-A7A7-1170308FC3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코드오디세이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117544-B6A9-9169-1FC6-6999E48953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YJ20263600</a:t>
            </a:r>
            <a:r>
              <a:rPr lang="ko-KR" altLang="en-US" dirty="0"/>
              <a:t>김준성</a:t>
            </a:r>
          </a:p>
        </p:txBody>
      </p:sp>
    </p:spTree>
    <p:extLst>
      <p:ext uri="{BB962C8B-B14F-4D97-AF65-F5344CB8AC3E}">
        <p14:creationId xmlns:p14="http://schemas.microsoft.com/office/powerpoint/2010/main" val="399936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AEE5B5-3B87-9F2F-F433-81A9501C1ECE}"/>
              </a:ext>
            </a:extLst>
          </p:cNvPr>
          <p:cNvSpPr txBox="1"/>
          <p:nvPr/>
        </p:nvSpPr>
        <p:spPr>
          <a:xfrm>
            <a:off x="-1" y="0"/>
            <a:ext cx="5558971" cy="64633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/>
              <a:t>print('Hello Mars’)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file_name</a:t>
            </a:r>
            <a:r>
              <a:rPr lang="en-US" altLang="ko-KR" dirty="0"/>
              <a:t> = 'mission_computer_main.log’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try:</a:t>
            </a:r>
          </a:p>
          <a:p>
            <a:r>
              <a:rPr lang="en-US" altLang="ko-KR" dirty="0"/>
              <a:t>    with open(</a:t>
            </a:r>
            <a:r>
              <a:rPr lang="en-US" altLang="ko-KR" dirty="0" err="1"/>
              <a:t>file_name</a:t>
            </a:r>
            <a:r>
              <a:rPr lang="en-US" altLang="ko-KR" dirty="0"/>
              <a:t>, 'r', encoding = 'utf-8') as f:</a:t>
            </a:r>
          </a:p>
          <a:p>
            <a:r>
              <a:rPr lang="en-US" altLang="ko-KR" dirty="0"/>
              <a:t>        for line in f:</a:t>
            </a:r>
          </a:p>
          <a:p>
            <a:r>
              <a:rPr lang="en-US" altLang="ko-KR" dirty="0"/>
              <a:t>            print(</a:t>
            </a:r>
            <a:r>
              <a:rPr lang="en-US" altLang="ko-KR" dirty="0" err="1"/>
              <a:t>line.strip</a:t>
            </a:r>
            <a:r>
              <a:rPr lang="en-US" altLang="ko-KR" dirty="0"/>
              <a:t>())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except </a:t>
            </a:r>
            <a:r>
              <a:rPr lang="en-US" altLang="ko-KR" dirty="0" err="1"/>
              <a:t>FileNotFoundError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  print('Log file not found.’)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except </a:t>
            </a:r>
            <a:r>
              <a:rPr lang="en-US" altLang="ko-KR" dirty="0" err="1"/>
              <a:t>PermissionError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  print('Permission denied.’)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except Exception as e:</a:t>
            </a:r>
          </a:p>
          <a:p>
            <a:r>
              <a:rPr lang="en-US" altLang="ko-KR" dirty="0"/>
              <a:t>    print('Unexpected error:', e)</a:t>
            </a:r>
          </a:p>
          <a:p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370CDAF-8251-DC87-2B50-09A27C8DD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7346"/>
            <a:ext cx="5257800" cy="646330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 err="1"/>
              <a:t>헬로우</a:t>
            </a:r>
            <a:r>
              <a:rPr lang="ko-KR" altLang="en-US" dirty="0"/>
              <a:t> 마스로 출력성공</a:t>
            </a:r>
            <a:br>
              <a:rPr lang="en-US" altLang="ko-KR" dirty="0"/>
            </a:br>
            <a:r>
              <a:rPr lang="ko-KR" altLang="en-US" dirty="0"/>
              <a:t>파일이름 분석파일을 미리 함수로 지정</a:t>
            </a:r>
            <a:br>
              <a:rPr lang="en-US" altLang="ko-KR" dirty="0"/>
            </a:br>
            <a:r>
              <a:rPr lang="ko-KR" altLang="en-US" dirty="0"/>
              <a:t>트라이로 오류를 방지한후 전통적인 방법인 </a:t>
            </a:r>
            <a:r>
              <a:rPr lang="ko-KR" altLang="en-US" dirty="0" err="1"/>
              <a:t>위드</a:t>
            </a:r>
            <a:r>
              <a:rPr lang="ko-KR" altLang="en-US" dirty="0"/>
              <a:t> 오픈으로 파일</a:t>
            </a:r>
            <a:r>
              <a:rPr lang="en-US" altLang="ko-KR" dirty="0"/>
              <a:t>,</a:t>
            </a:r>
            <a:r>
              <a:rPr lang="ko-KR" altLang="en-US" dirty="0"/>
              <a:t>읽기전용</a:t>
            </a:r>
            <a:r>
              <a:rPr lang="en-US" altLang="ko-KR" dirty="0"/>
              <a:t>,</a:t>
            </a:r>
            <a:r>
              <a:rPr lang="ko-KR" altLang="en-US" dirty="0"/>
              <a:t>인코딩을 설정해주며 파일내용을 </a:t>
            </a:r>
            <a:r>
              <a:rPr lang="ko-KR" altLang="en-US" dirty="0" err="1"/>
              <a:t>저장후</a:t>
            </a:r>
            <a:r>
              <a:rPr lang="en-US" altLang="ko-KR" dirty="0"/>
              <a:t> </a:t>
            </a:r>
            <a:r>
              <a:rPr lang="ko-KR" altLang="en-US" dirty="0"/>
              <a:t>반복인 포문으로 </a:t>
            </a:r>
            <a:r>
              <a:rPr lang="ko-KR" altLang="en-US" dirty="0" err="1"/>
              <a:t>한줄씩</a:t>
            </a:r>
            <a:r>
              <a:rPr lang="ko-KR" altLang="en-US" dirty="0"/>
              <a:t> </a:t>
            </a:r>
            <a:r>
              <a:rPr lang="ko-KR" altLang="en-US" dirty="0" err="1"/>
              <a:t>끝날때까지</a:t>
            </a:r>
            <a:r>
              <a:rPr lang="ko-KR" altLang="en-US" dirty="0"/>
              <a:t> 띄어쓰기 제거하면서 출력한다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예외설정으로 파일 </a:t>
            </a:r>
            <a:r>
              <a:rPr lang="ko-KR" altLang="en-US" dirty="0" err="1"/>
              <a:t>못찾을때와</a:t>
            </a:r>
            <a:r>
              <a:rPr lang="ko-KR" altLang="en-US" dirty="0"/>
              <a:t> 권한</a:t>
            </a:r>
            <a:r>
              <a:rPr lang="en-US" altLang="ko-KR" dirty="0"/>
              <a:t>,</a:t>
            </a:r>
            <a:r>
              <a:rPr lang="ko-KR" altLang="en-US" dirty="0" err="1"/>
              <a:t>예상치못한</a:t>
            </a:r>
            <a:r>
              <a:rPr lang="ko-KR" altLang="en-US" dirty="0"/>
              <a:t> 오류는 </a:t>
            </a:r>
            <a:r>
              <a:rPr lang="en-US" altLang="ko-KR" dirty="0"/>
              <a:t>except</a:t>
            </a:r>
            <a:r>
              <a:rPr lang="ko-KR" altLang="en-US" dirty="0"/>
              <a:t>로 처리해서 각각 처리한다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66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4E654D-398E-A089-7575-ECBC710B2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915" y="197346"/>
            <a:ext cx="6691084" cy="6463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분석할 로그 파일의 이름을 </a:t>
            </a:r>
            <a:r>
              <a:rPr lang="en-US" altLang="ko-KR" sz="1200" dirty="0" err="1"/>
              <a:t>log_file</a:t>
            </a:r>
            <a:r>
              <a:rPr lang="ko-KR" altLang="en-US" sz="1200" dirty="0"/>
              <a:t> 변수에 저장한다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ko-KR" altLang="en-US" sz="1200" dirty="0"/>
              <a:t>또한 문제가 되는 로그를 따로 저장하기 위해 </a:t>
            </a:r>
            <a:r>
              <a:rPr lang="en-US" altLang="ko-KR" sz="1200" dirty="0" err="1"/>
              <a:t>problem_file</a:t>
            </a:r>
            <a:r>
              <a:rPr lang="ko-KR" altLang="en-US" sz="1200" dirty="0"/>
              <a:t> 변수에 저장 파일 이름을 설정한다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문제 상황을 찾기 위한 키워드로 </a:t>
            </a:r>
            <a:r>
              <a:rPr lang="en-US" altLang="ko-KR" sz="1200" dirty="0"/>
              <a:t>'explosion'</a:t>
            </a:r>
            <a:r>
              <a:rPr lang="ko-KR" altLang="en-US" sz="1200" dirty="0"/>
              <a:t>을 설정한다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파일을 읽거나 저장하는 과정에서 발생할 수 있는 오류를 처리하기 위해 </a:t>
            </a:r>
            <a:r>
              <a:rPr lang="en-US" altLang="ko-KR" sz="1200" dirty="0"/>
              <a:t>try</a:t>
            </a:r>
            <a:r>
              <a:rPr lang="ko-KR" altLang="en-US" sz="1200" dirty="0"/>
              <a:t> 구문을 사용한다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dirty="0"/>
          </a:p>
          <a:p>
            <a:pPr>
              <a:lnSpc>
                <a:spcPct val="100000"/>
              </a:lnSpc>
              <a:buNone/>
            </a:pPr>
            <a:r>
              <a:rPr lang="en-US" altLang="ko-KR" sz="1200" dirty="0"/>
              <a:t>with open()</a:t>
            </a:r>
            <a:r>
              <a:rPr lang="ko-KR" altLang="en-US" sz="1200" dirty="0"/>
              <a:t> 구문을 사용하여 로그 파일을 **읽기 모드</a:t>
            </a:r>
            <a:r>
              <a:rPr lang="en-US" altLang="ko-KR" sz="1200" dirty="0"/>
              <a:t>('r')**</a:t>
            </a:r>
            <a:r>
              <a:rPr lang="ko-KR" altLang="en-US" sz="1200" dirty="0"/>
              <a:t>로 열고 </a:t>
            </a:r>
            <a:r>
              <a:rPr lang="en-US" altLang="ko-KR" sz="1200" dirty="0"/>
              <a:t>utf-8</a:t>
            </a:r>
            <a:r>
              <a:rPr lang="ko-KR" altLang="en-US" sz="1200" dirty="0"/>
              <a:t> 인코딩을 설정한다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en-US" altLang="ko-KR" sz="1200" dirty="0" err="1"/>
              <a:t>readlines</a:t>
            </a:r>
            <a:r>
              <a:rPr lang="en-US" altLang="ko-KR" sz="1200" dirty="0"/>
              <a:t>()</a:t>
            </a:r>
            <a:r>
              <a:rPr lang="ko-KR" altLang="en-US" sz="1200" dirty="0"/>
              <a:t> 함수를 사용하여 파일의 모든 내용을 </a:t>
            </a:r>
            <a:r>
              <a:rPr lang="ko-KR" altLang="en-US" sz="1200" b="1" dirty="0"/>
              <a:t>리스트 형태로 저장</a:t>
            </a:r>
            <a:r>
              <a:rPr lang="ko-KR" altLang="en-US" sz="1200" dirty="0"/>
              <a:t>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또한 </a:t>
            </a:r>
            <a:r>
              <a:rPr lang="en-US" altLang="ko-KR" sz="1200" dirty="0"/>
              <a:t>with</a:t>
            </a:r>
            <a:r>
              <a:rPr lang="ko-KR" altLang="en-US" sz="1200" dirty="0"/>
              <a:t> 구문을 사용하면 파일 작업이 끝난 후 자동으로 파일이 닫히기 때문에 안정적으로 파일을 처리할 수 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dirty="0"/>
          </a:p>
          <a:p>
            <a:pPr>
              <a:lnSpc>
                <a:spcPct val="100000"/>
              </a:lnSpc>
              <a:buNone/>
            </a:pPr>
            <a:r>
              <a:rPr lang="en-US" altLang="ko-KR" sz="1200" dirty="0"/>
              <a:t>reversed()</a:t>
            </a:r>
            <a:r>
              <a:rPr lang="ko-KR" altLang="en-US" sz="1200" dirty="0"/>
              <a:t> 함수를 사용하여 로그 데이터를 </a:t>
            </a:r>
            <a:r>
              <a:rPr lang="ko-KR" altLang="en-US" sz="1200" b="1" dirty="0"/>
              <a:t>시간의 역순으로 출력</a:t>
            </a:r>
            <a:r>
              <a:rPr lang="ko-KR" altLang="en-US" sz="1200" dirty="0"/>
              <a:t>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반복문을 통해 리스트의 내용을 한 줄씩 출력하며</a:t>
            </a:r>
            <a:r>
              <a:rPr lang="en-US" altLang="ko-KR" sz="1200" dirty="0"/>
              <a:t>, strip()</a:t>
            </a:r>
            <a:r>
              <a:rPr lang="ko-KR" altLang="en-US" sz="1200" dirty="0"/>
              <a:t> 함수를 사용하여 문자열 앞뒤의 공백과 </a:t>
            </a:r>
            <a:r>
              <a:rPr lang="ko-KR" altLang="en-US" sz="1200" dirty="0" err="1"/>
              <a:t>줄바꿈</a:t>
            </a:r>
            <a:r>
              <a:rPr lang="ko-KR" altLang="en-US" sz="1200" dirty="0"/>
              <a:t> 문자를 제거한다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dirty="0"/>
          </a:p>
          <a:p>
            <a:pPr>
              <a:lnSpc>
                <a:spcPct val="100000"/>
              </a:lnSpc>
              <a:buNone/>
            </a:pPr>
            <a:r>
              <a:rPr lang="en-US" altLang="ko-KR" sz="1200" dirty="0"/>
              <a:t>enumerate()</a:t>
            </a:r>
            <a:r>
              <a:rPr lang="ko-KR" altLang="en-US" sz="1200" dirty="0"/>
              <a:t> 함수를 사용하여 각 로그 줄에 번호를 부여하면서 반복문을 실행한다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로그 내용에 </a:t>
            </a:r>
            <a:r>
              <a:rPr lang="en-US" altLang="ko-KR" sz="1200" dirty="0"/>
              <a:t>'explosion'</a:t>
            </a:r>
            <a:r>
              <a:rPr lang="ko-KR" altLang="en-US" sz="1200" dirty="0"/>
              <a:t> 키워드가 포함된 줄을 발견하면 해당 줄과 </a:t>
            </a:r>
            <a:r>
              <a:rPr lang="ko-KR" altLang="en-US" sz="1200" b="1" dirty="0"/>
              <a:t>이전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줄을 함께 문제 로그로 선택</a:t>
            </a:r>
            <a:r>
              <a:rPr lang="ko-KR" altLang="en-US" sz="1200" dirty="0"/>
              <a:t>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이를 통해 사고 발생 직전의 로그 상황을 함께 확인할 수 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dirty="0"/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선택된 문제 로그를 </a:t>
            </a:r>
            <a:r>
              <a:rPr lang="en-US" altLang="ko-KR" sz="1200" dirty="0"/>
              <a:t>problem_logs.txt</a:t>
            </a:r>
            <a:r>
              <a:rPr lang="ko-KR" altLang="en-US" sz="1200" dirty="0"/>
              <a:t> 파일에 저장한다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반복문을 사용하여 선택된 로그 데이터를 한 줄씩 파일에 기록한다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dirty="0"/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파일 처리 과정에서 발생할 수 있는 오류를 </a:t>
            </a:r>
            <a:r>
              <a:rPr lang="en-US" altLang="ko-KR" sz="1200" dirty="0"/>
              <a:t>except</a:t>
            </a:r>
            <a:r>
              <a:rPr lang="ko-KR" altLang="en-US" sz="1200" dirty="0"/>
              <a:t> 구문을 사용하여 처리한다</a:t>
            </a:r>
            <a:r>
              <a:rPr lang="en-US" altLang="ko-KR" sz="1200" dirty="0"/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ko-KR" altLang="en-US" sz="1200" dirty="0"/>
              <a:t>예상하지 못한 오류가 발생할 경우 오류 내용을 출력하도록 하여 프로그램이 중단되지 않도록 한다</a:t>
            </a:r>
            <a:r>
              <a:rPr lang="en-US" altLang="ko-KR" sz="12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FDF02-597D-A487-4A28-EEEF0CF18A16}"/>
              </a:ext>
            </a:extLst>
          </p:cNvPr>
          <p:cNvSpPr txBox="1"/>
          <p:nvPr/>
        </p:nvSpPr>
        <p:spPr>
          <a:xfrm>
            <a:off x="0" y="197346"/>
            <a:ext cx="5500915" cy="67403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dirty="0" err="1"/>
              <a:t>log_file</a:t>
            </a:r>
            <a:r>
              <a:rPr lang="ko-KR" altLang="en-US" dirty="0"/>
              <a:t> = '</a:t>
            </a:r>
            <a:r>
              <a:rPr lang="ko-KR" altLang="en-US" dirty="0" err="1"/>
              <a:t>mission_computer_main.log</a:t>
            </a:r>
            <a:r>
              <a:rPr lang="ko-KR" altLang="en-US" dirty="0"/>
              <a:t>'</a:t>
            </a:r>
          </a:p>
          <a:p>
            <a:r>
              <a:rPr lang="ko-KR" altLang="en-US" dirty="0" err="1"/>
              <a:t>problem_file</a:t>
            </a:r>
            <a:r>
              <a:rPr lang="ko-KR" altLang="en-US" dirty="0"/>
              <a:t> = '</a:t>
            </a:r>
            <a:r>
              <a:rPr lang="ko-KR" altLang="en-US" dirty="0" err="1"/>
              <a:t>problem_logs.txt</a:t>
            </a:r>
            <a:r>
              <a:rPr lang="ko-KR" altLang="en-US" dirty="0"/>
              <a:t>'</a:t>
            </a:r>
          </a:p>
          <a:p>
            <a:r>
              <a:rPr lang="ko-KR" altLang="en-US" dirty="0" err="1"/>
              <a:t>keyword</a:t>
            </a:r>
            <a:r>
              <a:rPr lang="ko-KR" altLang="en-US" dirty="0"/>
              <a:t> = '</a:t>
            </a:r>
            <a:r>
              <a:rPr lang="ko-KR" altLang="en-US" dirty="0" err="1"/>
              <a:t>explosion</a:t>
            </a:r>
            <a:r>
              <a:rPr lang="ko-KR" altLang="en-US" dirty="0"/>
              <a:t>'</a:t>
            </a:r>
          </a:p>
          <a:p>
            <a:endParaRPr lang="ko-KR" altLang="en-US" dirty="0"/>
          </a:p>
          <a:p>
            <a:r>
              <a:rPr lang="ko-KR" altLang="en-US" dirty="0" err="1"/>
              <a:t>try</a:t>
            </a:r>
            <a:r>
              <a:rPr lang="ko-KR" altLang="en-US" dirty="0"/>
              <a:t>: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with</a:t>
            </a:r>
            <a:r>
              <a:rPr lang="ko-KR" altLang="en-US" dirty="0"/>
              <a:t> </a:t>
            </a:r>
            <a:r>
              <a:rPr lang="ko-KR" altLang="en-US" dirty="0" err="1"/>
              <a:t>open</a:t>
            </a:r>
            <a:r>
              <a:rPr lang="ko-KR" altLang="en-US" dirty="0"/>
              <a:t>(</a:t>
            </a:r>
            <a:r>
              <a:rPr lang="ko-KR" altLang="en-US" dirty="0" err="1"/>
              <a:t>log_file</a:t>
            </a:r>
            <a:r>
              <a:rPr lang="ko-KR" altLang="en-US" dirty="0"/>
              <a:t>, '</a:t>
            </a:r>
            <a:r>
              <a:rPr lang="ko-KR" altLang="en-US" dirty="0" err="1"/>
              <a:t>r</a:t>
            </a:r>
            <a:r>
              <a:rPr lang="ko-KR" altLang="en-US" dirty="0"/>
              <a:t>', </a:t>
            </a:r>
            <a:r>
              <a:rPr lang="ko-KR" altLang="en-US" dirty="0" err="1"/>
              <a:t>encoding</a:t>
            </a:r>
            <a:r>
              <a:rPr lang="ko-KR" altLang="en-US" dirty="0"/>
              <a:t>='utf-8') </a:t>
            </a:r>
            <a:r>
              <a:rPr lang="ko-KR" altLang="en-US" dirty="0" err="1"/>
              <a:t>as</a:t>
            </a:r>
            <a:r>
              <a:rPr lang="ko-KR" altLang="en-US" dirty="0"/>
              <a:t> f: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lines</a:t>
            </a:r>
            <a:r>
              <a:rPr lang="ko-KR" altLang="en-US" dirty="0"/>
              <a:t> = </a:t>
            </a:r>
            <a:r>
              <a:rPr lang="ko-KR" altLang="en-US" dirty="0" err="1"/>
              <a:t>f.readlines</a:t>
            </a:r>
            <a:r>
              <a:rPr lang="ko-KR" altLang="en-US" dirty="0"/>
              <a:t>()</a:t>
            </a:r>
          </a:p>
          <a:p>
            <a:endParaRPr lang="ko-KR" altLang="en-US" dirty="0"/>
          </a:p>
          <a:p>
            <a:r>
              <a:rPr lang="ko-KR" altLang="en-US" dirty="0"/>
              <a:t>    </a:t>
            </a:r>
            <a:r>
              <a:rPr lang="ko-KR" altLang="en-US" dirty="0" err="1"/>
              <a:t>for</a:t>
            </a:r>
            <a:r>
              <a:rPr lang="ko-KR" altLang="en-US" dirty="0"/>
              <a:t> </a:t>
            </a:r>
            <a:r>
              <a:rPr lang="ko-KR" altLang="en-US" dirty="0" err="1"/>
              <a:t>line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r>
              <a:rPr lang="ko-KR" altLang="en-US" dirty="0"/>
              <a:t> </a:t>
            </a:r>
            <a:r>
              <a:rPr lang="ko-KR" altLang="en-US" dirty="0" err="1"/>
              <a:t>reversed</a:t>
            </a:r>
            <a:r>
              <a:rPr lang="ko-KR" altLang="en-US" dirty="0"/>
              <a:t>(</a:t>
            </a:r>
            <a:r>
              <a:rPr lang="ko-KR" altLang="en-US" dirty="0" err="1"/>
              <a:t>lines</a:t>
            </a:r>
            <a:r>
              <a:rPr lang="ko-KR" altLang="en-US" dirty="0"/>
              <a:t>):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print</a:t>
            </a:r>
            <a:r>
              <a:rPr lang="ko-KR" altLang="en-US" dirty="0"/>
              <a:t>(</a:t>
            </a:r>
            <a:r>
              <a:rPr lang="ko-KR" altLang="en-US" dirty="0" err="1"/>
              <a:t>line.strip</a:t>
            </a:r>
            <a:r>
              <a:rPr lang="ko-KR" altLang="en-US" dirty="0"/>
              <a:t>())</a:t>
            </a:r>
          </a:p>
          <a:p>
            <a:endParaRPr lang="ko-KR" altLang="en-US" dirty="0"/>
          </a:p>
          <a:p>
            <a:r>
              <a:rPr lang="ko-KR" altLang="en-US" dirty="0"/>
              <a:t>    </a:t>
            </a:r>
            <a:r>
              <a:rPr lang="ko-KR" altLang="en-US" dirty="0" err="1"/>
              <a:t>problems</a:t>
            </a:r>
            <a:r>
              <a:rPr lang="ko-KR" altLang="en-US" dirty="0"/>
              <a:t> = []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for</a:t>
            </a:r>
            <a:r>
              <a:rPr lang="ko-KR" altLang="en-US" dirty="0"/>
              <a:t> </a:t>
            </a:r>
            <a:r>
              <a:rPr lang="ko-KR" altLang="en-US" dirty="0" err="1"/>
              <a:t>i</a:t>
            </a:r>
            <a:r>
              <a:rPr lang="ko-KR" altLang="en-US" dirty="0"/>
              <a:t>, </a:t>
            </a:r>
            <a:r>
              <a:rPr lang="ko-KR" altLang="en-US" dirty="0" err="1"/>
              <a:t>line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r>
              <a:rPr lang="ko-KR" altLang="en-US" dirty="0"/>
              <a:t> </a:t>
            </a:r>
            <a:r>
              <a:rPr lang="ko-KR" altLang="en-US" dirty="0" err="1"/>
              <a:t>enumerate</a:t>
            </a:r>
            <a:r>
              <a:rPr lang="ko-KR" altLang="en-US" dirty="0"/>
              <a:t>(</a:t>
            </a:r>
            <a:r>
              <a:rPr lang="ko-KR" altLang="en-US" dirty="0" err="1"/>
              <a:t>lines</a:t>
            </a:r>
            <a:r>
              <a:rPr lang="ko-KR" altLang="en-US" dirty="0"/>
              <a:t>):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if</a:t>
            </a:r>
            <a:r>
              <a:rPr lang="ko-KR" altLang="en-US" dirty="0"/>
              <a:t> </a:t>
            </a:r>
            <a:r>
              <a:rPr lang="ko-KR" altLang="en-US" dirty="0" err="1"/>
              <a:t>keyword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r>
              <a:rPr lang="ko-KR" altLang="en-US" dirty="0"/>
              <a:t> </a:t>
            </a:r>
            <a:r>
              <a:rPr lang="ko-KR" altLang="en-US" dirty="0" err="1"/>
              <a:t>line</a:t>
            </a:r>
            <a:r>
              <a:rPr lang="ko-KR" altLang="en-US" dirty="0"/>
              <a:t>:</a:t>
            </a:r>
          </a:p>
          <a:p>
            <a:r>
              <a:rPr lang="ko-KR" altLang="en-US" dirty="0"/>
              <a:t>            </a:t>
            </a:r>
            <a:r>
              <a:rPr lang="ko-KR" altLang="en-US" dirty="0" err="1"/>
              <a:t>problems</a:t>
            </a:r>
            <a:r>
              <a:rPr lang="ko-KR" altLang="en-US" dirty="0"/>
              <a:t> = </a:t>
            </a:r>
            <a:r>
              <a:rPr lang="ko-KR" altLang="en-US" dirty="0" err="1"/>
              <a:t>lines</a:t>
            </a:r>
            <a:r>
              <a:rPr lang="ko-KR" altLang="en-US" dirty="0"/>
              <a:t>[</a:t>
            </a:r>
            <a:r>
              <a:rPr lang="ko-KR" altLang="en-US" dirty="0" err="1"/>
              <a:t>max</a:t>
            </a:r>
            <a:r>
              <a:rPr lang="ko-KR" altLang="en-US" dirty="0"/>
              <a:t>(0, </a:t>
            </a:r>
            <a:r>
              <a:rPr lang="ko-KR" altLang="en-US" dirty="0" err="1"/>
              <a:t>i</a:t>
            </a:r>
            <a:r>
              <a:rPr lang="ko-KR" altLang="en-US" dirty="0"/>
              <a:t> - 3):</a:t>
            </a:r>
            <a:r>
              <a:rPr lang="ko-KR" altLang="en-US" dirty="0" err="1"/>
              <a:t>i</a:t>
            </a:r>
            <a:r>
              <a:rPr lang="ko-KR" altLang="en-US" dirty="0"/>
              <a:t> + 1]</a:t>
            </a:r>
          </a:p>
          <a:p>
            <a:r>
              <a:rPr lang="ko-KR" altLang="en-US" dirty="0"/>
              <a:t>            </a:t>
            </a:r>
            <a:r>
              <a:rPr lang="ko-KR" altLang="en-US" dirty="0" err="1"/>
              <a:t>break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    </a:t>
            </a:r>
            <a:r>
              <a:rPr lang="ko-KR" altLang="en-US" dirty="0" err="1"/>
              <a:t>with</a:t>
            </a:r>
            <a:r>
              <a:rPr lang="ko-KR" altLang="en-US" dirty="0"/>
              <a:t> </a:t>
            </a:r>
            <a:r>
              <a:rPr lang="ko-KR" altLang="en-US" dirty="0" err="1"/>
              <a:t>open</a:t>
            </a:r>
            <a:r>
              <a:rPr lang="ko-KR" altLang="en-US" dirty="0"/>
              <a:t>(</a:t>
            </a:r>
            <a:r>
              <a:rPr lang="ko-KR" altLang="en-US" dirty="0" err="1"/>
              <a:t>problem_file</a:t>
            </a:r>
            <a:r>
              <a:rPr lang="ko-KR" altLang="en-US" dirty="0"/>
              <a:t>, '</a:t>
            </a:r>
            <a:r>
              <a:rPr lang="ko-KR" altLang="en-US" dirty="0" err="1"/>
              <a:t>w</a:t>
            </a:r>
            <a:r>
              <a:rPr lang="ko-KR" altLang="en-US" dirty="0"/>
              <a:t>', </a:t>
            </a:r>
            <a:r>
              <a:rPr lang="ko-KR" altLang="en-US" dirty="0" err="1"/>
              <a:t>encoding</a:t>
            </a:r>
            <a:r>
              <a:rPr lang="ko-KR" altLang="en-US" dirty="0"/>
              <a:t>='utf-8') </a:t>
            </a:r>
            <a:r>
              <a:rPr lang="ko-KR" altLang="en-US" dirty="0" err="1"/>
              <a:t>as</a:t>
            </a:r>
            <a:r>
              <a:rPr lang="ko-KR" altLang="en-US" dirty="0"/>
              <a:t> f: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for</a:t>
            </a:r>
            <a:r>
              <a:rPr lang="ko-KR" altLang="en-US" dirty="0"/>
              <a:t> </a:t>
            </a:r>
            <a:r>
              <a:rPr lang="ko-KR" altLang="en-US" dirty="0" err="1"/>
              <a:t>p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r>
              <a:rPr lang="ko-KR" altLang="en-US" dirty="0"/>
              <a:t> </a:t>
            </a:r>
            <a:r>
              <a:rPr lang="ko-KR" altLang="en-US" dirty="0" err="1"/>
              <a:t>problems</a:t>
            </a:r>
            <a:r>
              <a:rPr lang="ko-KR" altLang="en-US" dirty="0"/>
              <a:t>:</a:t>
            </a:r>
          </a:p>
          <a:p>
            <a:r>
              <a:rPr lang="ko-KR" altLang="en-US" dirty="0"/>
              <a:t>            </a:t>
            </a:r>
            <a:r>
              <a:rPr lang="ko-KR" altLang="en-US" dirty="0" err="1"/>
              <a:t>f.write</a:t>
            </a:r>
            <a:r>
              <a:rPr lang="ko-KR" altLang="en-US" dirty="0"/>
              <a:t>(</a:t>
            </a:r>
            <a:r>
              <a:rPr lang="ko-KR" altLang="en-US" dirty="0" err="1"/>
              <a:t>p</a:t>
            </a:r>
            <a:r>
              <a:rPr lang="ko-KR" altLang="en-US" dirty="0"/>
              <a:t>)</a:t>
            </a:r>
          </a:p>
          <a:p>
            <a:endParaRPr lang="ko-KR" altLang="en-US" dirty="0"/>
          </a:p>
          <a:p>
            <a:r>
              <a:rPr lang="ko-KR" altLang="en-US" dirty="0" err="1"/>
              <a:t>except</a:t>
            </a:r>
            <a:r>
              <a:rPr lang="ko-KR" altLang="en-US" dirty="0"/>
              <a:t> </a:t>
            </a:r>
            <a:r>
              <a:rPr lang="ko-KR" altLang="en-US" dirty="0" err="1"/>
              <a:t>Exception</a:t>
            </a:r>
            <a:r>
              <a:rPr lang="ko-KR" altLang="en-US" dirty="0"/>
              <a:t> </a:t>
            </a:r>
            <a:r>
              <a:rPr lang="ko-KR" altLang="en-US" dirty="0" err="1"/>
              <a:t>as</a:t>
            </a:r>
            <a:r>
              <a:rPr lang="ko-KR" altLang="en-US" dirty="0"/>
              <a:t> e: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print</a:t>
            </a:r>
            <a:r>
              <a:rPr lang="ko-KR" altLang="en-US" dirty="0"/>
              <a:t>(</a:t>
            </a:r>
            <a:r>
              <a:rPr lang="ko-KR" altLang="en-US" dirty="0" err="1"/>
              <a:t>e</a:t>
            </a:r>
            <a:r>
              <a:rPr lang="ko-KR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5036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FB018-46E4-E599-5CAA-417BDFB72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692F16-1BCA-A298-97D3-DB1ECBDFC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87183" cy="4510520"/>
          </a:xfrm>
        </p:spPr>
        <p:txBody>
          <a:bodyPr>
            <a:normAutofit/>
          </a:bodyPr>
          <a:lstStyle/>
          <a:p>
            <a:r>
              <a:rPr lang="ko-KR" altLang="en-US" sz="9600"/>
              <a:t>      김준성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353405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</TotalTime>
  <Words>503</Words>
  <Application>Microsoft Office PowerPoint</Application>
  <PresentationFormat>와이드스크린</PresentationFormat>
  <Paragraphs>64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코드오디세이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준성 김</dc:creator>
  <cp:lastModifiedBy>218</cp:lastModifiedBy>
  <cp:revision>10</cp:revision>
  <dcterms:created xsi:type="dcterms:W3CDTF">2026-03-13T07:27:50Z</dcterms:created>
  <dcterms:modified xsi:type="dcterms:W3CDTF">2026-03-19T11:34:36Z</dcterms:modified>
</cp:coreProperties>
</file>